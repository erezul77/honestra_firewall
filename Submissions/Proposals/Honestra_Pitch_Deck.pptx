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4D27"/>
    <a:srgbClr val="EE561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4FE25817-A979-915D-B30B-3CFADAF3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84" y="0"/>
            <a:ext cx="9303056" cy="686625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1982" y="4576301"/>
            <a:ext cx="4102510" cy="730660"/>
          </a:xfrm>
        </p:spPr>
        <p:txBody>
          <a:bodyPr>
            <a:normAutofit/>
          </a:bodyPr>
          <a:lstStyle/>
          <a:p>
            <a:pPr algn="l"/>
            <a:r>
              <a:rPr sz="2800" dirty="0">
                <a:solidFill>
                  <a:schemeClr val="bg1"/>
                </a:solidFill>
              </a:rPr>
              <a:t>https://honestra.org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00DB38-1958-7023-8A5A-BAACE24111A7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368" y="324462"/>
            <a:ext cx="8229600" cy="1143000"/>
          </a:xfrm>
        </p:spPr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878" y="1607575"/>
            <a:ext cx="10101341" cy="4249994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Web3 is programmable but value-neutral.</a:t>
            </a:r>
          </a:p>
          <a:p>
            <a:r>
              <a:rPr dirty="0">
                <a:solidFill>
                  <a:schemeClr val="bg1"/>
                </a:solidFill>
              </a:rPr>
              <a:t>Smart contracts can execute unethical behavior.</a:t>
            </a:r>
          </a:p>
          <a:p>
            <a:r>
              <a:rPr dirty="0">
                <a:solidFill>
                  <a:schemeClr val="bg1"/>
                </a:solidFill>
              </a:rPr>
              <a:t>DAOs and AI agents lack protocol-level constraints.</a:t>
            </a:r>
          </a:p>
          <a:p>
            <a:r>
              <a:rPr dirty="0">
                <a:solidFill>
                  <a:schemeClr val="bg1"/>
                </a:solidFill>
              </a:rPr>
              <a:t>Funding for violence, exploitation, and ecocide is technically permitted.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→ There's no cryptographic layer of moral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3CE0E9-3B20-1A82-DCD9-24D5E24F9B7F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149" y="423247"/>
            <a:ext cx="8229600" cy="1143000"/>
          </a:xfrm>
        </p:spPr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</a:rPr>
              <a:t>The Solution: Honestra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994" y="1895168"/>
            <a:ext cx="8858864" cy="4525963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 decentralized protocol enforcing immutable ethical traits</a:t>
            </a:r>
          </a:p>
          <a:p>
            <a:r>
              <a:rPr dirty="0">
                <a:solidFill>
                  <a:schemeClr val="bg1"/>
                </a:solidFill>
              </a:rPr>
              <a:t>Semantic tagging + zero-knowledge compliance</a:t>
            </a:r>
          </a:p>
          <a:p>
            <a:r>
              <a:rPr dirty="0">
                <a:solidFill>
                  <a:schemeClr val="bg1"/>
                </a:solidFill>
              </a:rPr>
              <a:t>On-chain trait verification and transaction filtering</a:t>
            </a:r>
          </a:p>
          <a:p>
            <a:r>
              <a:rPr dirty="0">
                <a:solidFill>
                  <a:schemeClr val="bg1"/>
                </a:solidFill>
              </a:rPr>
              <a:t>Governance via DAO with immutable ethical core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→ Ethics as a protocol primitive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489885-7D94-0F9B-9613-514E7E9FA96A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553" y="579438"/>
            <a:ext cx="7472517" cy="1143000"/>
          </a:xfrm>
        </p:spPr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477" y="2160639"/>
            <a:ext cx="9316065" cy="2863646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ERC-20 compatible token + trait metadata layer</a:t>
            </a:r>
          </a:p>
          <a:p>
            <a:r>
              <a:rPr dirty="0" err="1">
                <a:solidFill>
                  <a:schemeClr val="bg1"/>
                </a:solidFill>
              </a:rPr>
              <a:t>zk</a:t>
            </a:r>
            <a:r>
              <a:rPr dirty="0">
                <a:solidFill>
                  <a:schemeClr val="bg1"/>
                </a:solidFill>
              </a:rPr>
              <a:t>-SNARKs for compliance without data exposure</a:t>
            </a:r>
          </a:p>
          <a:p>
            <a:r>
              <a:rPr dirty="0">
                <a:solidFill>
                  <a:schemeClr val="bg1"/>
                </a:solidFill>
              </a:rPr>
              <a:t>Oracles + AI for ethical trait classification</a:t>
            </a:r>
          </a:p>
          <a:p>
            <a:r>
              <a:rPr dirty="0">
                <a:solidFill>
                  <a:schemeClr val="bg1"/>
                </a:solidFill>
              </a:rPr>
              <a:t>Immutable prohibitions + flexible DAO traits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6A5B4C-A13E-47B8-A097-AAE293452AD7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9805" y="325592"/>
            <a:ext cx="8229600" cy="1143000"/>
          </a:xfrm>
        </p:spPr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</a:rPr>
              <a:t>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05" y="1468592"/>
            <a:ext cx="8229600" cy="4525963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ReFi: Ensure ethical funding flows</a:t>
            </a:r>
          </a:p>
          <a:p>
            <a:r>
              <a:rPr dirty="0">
                <a:solidFill>
                  <a:schemeClr val="bg1"/>
                </a:solidFill>
              </a:rPr>
              <a:t>DAOs: Gated execution by moral logic</a:t>
            </a:r>
          </a:p>
          <a:p>
            <a:r>
              <a:rPr dirty="0">
                <a:solidFill>
                  <a:schemeClr val="bg1"/>
                </a:solidFill>
              </a:rPr>
              <a:t>AI Agents: Embedded value alignment</a:t>
            </a:r>
          </a:p>
          <a:p>
            <a:r>
              <a:rPr dirty="0">
                <a:solidFill>
                  <a:schemeClr val="bg1"/>
                </a:solidFill>
              </a:rPr>
              <a:t>DeFi/DEXs: Programmable transaction filtering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→ Honestra is the conscience layer for programmable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6E9072-546F-ECCF-FA96-C27ECF763136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303" y="379721"/>
            <a:ext cx="7703574" cy="1143000"/>
          </a:xfrm>
        </p:spPr>
        <p:txBody>
          <a:bodyPr/>
          <a:lstStyle/>
          <a:p>
            <a:pPr algn="l"/>
            <a:r>
              <a:rPr dirty="0">
                <a:solidFill>
                  <a:schemeClr val="bg1"/>
                </a:solidFill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283" y="1844777"/>
            <a:ext cx="9080090" cy="3345426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✅ Phase 1 – Community + Whitepaper</a:t>
            </a:r>
          </a:p>
          <a:p>
            <a:r>
              <a:rPr dirty="0">
                <a:solidFill>
                  <a:schemeClr val="bg1"/>
                </a:solidFill>
              </a:rPr>
              <a:t>🔧 Phase 2 – Trait Engine + </a:t>
            </a:r>
            <a:r>
              <a:rPr dirty="0" err="1">
                <a:solidFill>
                  <a:schemeClr val="bg1"/>
                </a:solidFill>
              </a:rPr>
              <a:t>zk</a:t>
            </a:r>
            <a:r>
              <a:rPr dirty="0">
                <a:solidFill>
                  <a:schemeClr val="bg1"/>
                </a:solidFill>
              </a:rPr>
              <a:t> Layer</a:t>
            </a:r>
          </a:p>
          <a:p>
            <a:r>
              <a:rPr dirty="0">
                <a:solidFill>
                  <a:schemeClr val="bg1"/>
                </a:solidFill>
              </a:rPr>
              <a:t>🗳️ Phase 3 – DAO + Oracle Mesh</a:t>
            </a:r>
          </a:p>
          <a:p>
            <a:r>
              <a:rPr dirty="0">
                <a:solidFill>
                  <a:schemeClr val="bg1"/>
                </a:solidFill>
              </a:rPr>
              <a:t>📦 Phase 4 – Wallet SDKs + Ecosystem APIs</a:t>
            </a:r>
          </a:p>
          <a:p>
            <a:r>
              <a:rPr dirty="0">
                <a:solidFill>
                  <a:schemeClr val="bg1"/>
                </a:solidFill>
              </a:rPr>
              <a:t>🌐 Phase 5 – Cross-chain +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E22C46-1A13-7210-1E30-CCF34E76A645}"/>
              </a:ext>
            </a:extLst>
          </p:cNvPr>
          <p:cNvSpPr/>
          <p:nvPr/>
        </p:nvSpPr>
        <p:spPr>
          <a:xfrm>
            <a:off x="1412451" y="0"/>
            <a:ext cx="9363922" cy="6858000"/>
          </a:xfrm>
          <a:prstGeom prst="rect">
            <a:avLst/>
          </a:prstGeom>
          <a:solidFill>
            <a:srgbClr val="D94D27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3380" y="488541"/>
            <a:ext cx="8146026" cy="1143000"/>
          </a:xfrm>
        </p:spPr>
        <p:txBody>
          <a:bodyPr>
            <a:noAutofit/>
          </a:bodyPr>
          <a:lstStyle/>
          <a:p>
            <a:pPr algn="l"/>
            <a:r>
              <a:rPr dirty="0">
                <a:solidFill>
                  <a:schemeClr val="bg1"/>
                </a:solidFill>
              </a:rPr>
              <a:t>Let’s Build Ethical Protocol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3380" y="2120081"/>
            <a:ext cx="868680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000" dirty="0">
                <a:solidFill>
                  <a:schemeClr val="bg1"/>
                </a:solidFill>
              </a:rPr>
              <a:t>We’re seeking:</a:t>
            </a:r>
          </a:p>
          <a:p>
            <a:r>
              <a:rPr sz="3000" dirty="0">
                <a:solidFill>
                  <a:schemeClr val="bg1"/>
                </a:solidFill>
              </a:rPr>
              <a:t>Development and grant funding</a:t>
            </a:r>
          </a:p>
          <a:p>
            <a:r>
              <a:rPr sz="3000" dirty="0">
                <a:solidFill>
                  <a:schemeClr val="bg1"/>
                </a:solidFill>
              </a:rPr>
              <a:t>Research and audit partners</a:t>
            </a:r>
          </a:p>
          <a:p>
            <a:r>
              <a:rPr sz="3000" dirty="0">
                <a:solidFill>
                  <a:schemeClr val="bg1"/>
                </a:solidFill>
              </a:rPr>
              <a:t>Governance contributors</a:t>
            </a:r>
          </a:p>
          <a:p>
            <a:endParaRPr sz="2000" dirty="0">
              <a:solidFill>
                <a:schemeClr val="bg1"/>
              </a:solidFill>
            </a:endParaRPr>
          </a:p>
          <a:p>
            <a:r>
              <a:rPr sz="3000" dirty="0">
                <a:solidFill>
                  <a:schemeClr val="bg1"/>
                </a:solidFill>
              </a:rPr>
              <a:t>Contact: erez@</a:t>
            </a:r>
            <a:r>
              <a:rPr lang="en-US" sz="3000" dirty="0">
                <a:solidFill>
                  <a:schemeClr val="bg1"/>
                </a:solidFill>
              </a:rPr>
              <a:t>noesis</a:t>
            </a:r>
            <a:r>
              <a:rPr sz="3000" dirty="0">
                <a:solidFill>
                  <a:schemeClr val="bg1"/>
                </a:solidFill>
              </a:rPr>
              <a:t>.org  |  GitHub: Erezul77</a:t>
            </a:r>
          </a:p>
          <a:p>
            <a:r>
              <a:rPr sz="2800" dirty="0">
                <a:solidFill>
                  <a:schemeClr val="bg1"/>
                </a:solidFill>
              </a:rPr>
              <a:t>ORCID</a:t>
            </a:r>
            <a:r>
              <a:rPr sz="3000" dirty="0">
                <a:solidFill>
                  <a:schemeClr val="bg1"/>
                </a:solidFill>
              </a:rPr>
              <a:t>: https://orcid.org/0009-0001-5461-0459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231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The Problem</vt:lpstr>
      <vt:lpstr>The Solution: Honestra</vt:lpstr>
      <vt:lpstr>Architecture Overview</vt:lpstr>
      <vt:lpstr>Impact &amp; Use Cases</vt:lpstr>
      <vt:lpstr>Roadmap</vt:lpstr>
      <vt:lpstr>Let’s Build Ethical Protocol Infrastructure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EREZ ASHKENAZI</dc:creator>
  <cp:keywords/>
  <dc:description>generated using python-pptx</dc:description>
  <cp:lastModifiedBy>EREZ ASHKENAZI</cp:lastModifiedBy>
  <cp:revision>3</cp:revision>
  <cp:lastPrinted>2025-05-15T18:56:52Z</cp:lastPrinted>
  <dcterms:created xsi:type="dcterms:W3CDTF">2013-01-27T09:14:16Z</dcterms:created>
  <dcterms:modified xsi:type="dcterms:W3CDTF">2025-05-15T19:00:12Z</dcterms:modified>
  <cp:category/>
</cp:coreProperties>
</file>